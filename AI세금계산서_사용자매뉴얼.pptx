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6366F1"/>
                </a:solidFill>
                <a:latin typeface="맑은 고딕"/>
              </a:rPr>
              <a:t>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맑은 고딕"/>
              </a:rPr>
              <a:t>AI 세금계산서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E0E7FF"/>
                </a:solidFill>
                <a:latin typeface="맑은 고딕"/>
              </a:rPr>
              <a:t>매입 세금계산서 자동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사용자 매뉴얼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E0E7FF"/>
                </a:solidFill>
                <a:latin typeface="맑은 고딕"/>
              </a:rPr>
              <a:t>Version 1.3</a:t>
            </a:r>
          </a:p>
        </p:txBody>
      </p:sp>
      <p:sp>
        <p:nvSpPr>
          <p:cNvPr id="10" name="Oval 9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noFill/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846320"/>
            <a:ext cx="3108960" cy="3108960"/>
          </a:xfrm>
          <a:prstGeom prst="ellipse">
            <a:avLst/>
          </a:prstGeom>
          <a:noFill/>
          <a:ln w="635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02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목차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이 매뉴얼은 다음과 같이 구성되어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77440"/>
            <a:ext cx="777240" cy="7772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맑은 고딕"/>
              </a:rPr>
              <a:t>시작하기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프로그램 소개 · 준비사항 · 첫 실행 · 자동 업데이트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38328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9300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429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맑은 고딕"/>
              </a:rPr>
              <a:t>조회하기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매입 세금계산서 조회 · 필터링 · PDF 저장 · 엑셀 다운로드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38912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맑은 고딕"/>
              </a:rPr>
              <a:t>매핑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거래처별 계정/적요 매핑 · 품목 규칙 설정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394960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0468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맑은 고딕"/>
              </a:rPr>
              <a:t>GMS 자동화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전표 입력 · 영세율 처리 · 옵션 · 트러블슈팅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03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0E7FF"/>
                </a:solidFill>
                <a:latin typeface="맑은 고딕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73152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맑은 고딕"/>
              </a:rPr>
              <a:t>시작하기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프로그램 설치 없이 exe 하나로 바로 사용할 수 있습니다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01 ·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04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AI 세금계산서 이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반복되는 매입 세금계산서 업무를 자동화합니다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팝빌 홈택스 매입 세금계산서 조회 (작성일자 기준)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기간 · 거래처 · 과세구분 등 다양한 필터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083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한 번 조회로 최대 3개월치 전체 내역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3814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0098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조회 내역 엑셀 다운로드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850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필터 적용된 결과를 .xlsx 파일로 저장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11480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7764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선택 건 PDF 일괄 다운로드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616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증빙용 원본 PDF 를 지정한 폴더에 저장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9145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5429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GMS 전표 자동 입력 + PDF 자동 첨부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3834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과세/영세율 자동 구분 · 영세율은 부가세 없이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309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거래처별 매핑 등록으로 반복 작업 제거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2356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자동 업데이트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0076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새 버전 출시 시 실행 시 알림 표시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매달 쌓이는 수십 건의 매입 세금계산서 입력을 몇 번의 클릭으로 끝낼 수 있습니다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01 ·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05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실행 전 준비사항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이 조건만 확인하면 바로 사용할 수 있습니다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Windows 10 또는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Microsoft Edge 기본 설치 (Windows 기본 제공)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인터넷 연결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2958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9242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팝빌 웹사이트에 회사 인증서 등록됨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764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이미 회사 계정에 등록되어 있어 별도 작업 불필요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20624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GMS 접속용 O365 계정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531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본인 회사 이메일 · 비밀번호 · MFA 준비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4573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AI 세금계산서.exe 실행 파일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2978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공유 폴더에서 본인 PC로 복사 후 실행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01 ·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06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프로그램 첫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exe 실행 → MS 로그인 → 조회 순서로 진행됩니다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AI 세금계산서.exe 더블클릭으로 실행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85292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1576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Windows Defender 경고 시 '추가 정보' → '실행'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981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서명이 없는 exe 라 처음에만 경고가 뜰 수 있음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2958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9242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자동으로 MS 로그인 브라우저가 열립니다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764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O365 회사 계정으로 로그인 (이메일 · 비밀번호 · MFA)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로그인 전까지 조회 버튼이 비활성화됩니다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6168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로그인 성공 → 타이틀바에 사용자명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457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이후 조회/GMS 전표 입력 모두 이 세션으로 동작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7550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3834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조회 버튼이 활성화되면 정상 사용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한 번 로그인하면 세션이 저장되어 다음 실행부터는 자동 로그인됩니다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01 ·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07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메인 화면 둘러보기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모든 기능은 이 한 화면에서 이루어집니다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① 조회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시작일 · 종료일 · 조회 버튼 · 로그인 버튼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② 필터 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거래처 · 과세 · 유형 · 전표 · 매핑 필터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③ 세금계산서 목록 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매핑/전표 표시 · 거래처 · 금액 · 승인번호 등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6168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④ 저장 폴더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457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PDF 저장 경로 선택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7550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3834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⑤ GMS 옵션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223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백그라운드 실행 · 자동 종료 체크박스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85216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71500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⑥ 액션 버튼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099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전체선택 · 거래처 매핑 · 엑셀 다운로드 · 저장(PDF) · GMS 전표 입력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01 ·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08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자동 업데이트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새 버전이 나오면 자동으로 알려줍니다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프로그램 실행 시 자동으로 최신 버전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인터넷 연결 시 백그라운드에서 확인 — 작업에 방해 없음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새 버전이 있으면 알림 팝업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'현재 v1.2.0 → 최신 v1.3.0' 형태로 안내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'예' 클릭 시 다운로드 페이지가 브라우저에서 열림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20624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새 exe 를 다운로드 → 기존 파일 교체 → 끝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59028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5312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네트워크 오류 시 알림 없이 정상 진행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371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오프라인 환경에서도 문제없이 사용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타이틀바와 하단 상태바에서 현재 버전을 확인할 수 있습니다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09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0E7FF"/>
                </a:solidFill>
                <a:latin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맑은 고딕"/>
              </a:rPr>
              <a:t>조회하기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매입 세금계산서 조회 · 필터링 · PDF 저장 · 엑셀 다운로드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02 · 조회하기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10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매입 세금계산서 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기간을 설정하고 조회 버튼만 누르면 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시작일 · 종료일 확인 또는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YYYY-MM-DD 형식 · 최대 3개월 이내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083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조회 기준: 작성일자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3814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0098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[조회] 버튼 클릭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850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내부 처리: 팝빌 → 홈택스 수집 → 목록 반환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약 10~30초 소요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40740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7024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목록에 전체 매입 세금계산서가 표시됨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9145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5429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동일 기간 재조회는 60분간 캐시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3834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홈택스 부하 방지를 위함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조회가 끝날 때까지 다른 창에서 자유롭게 작업하실 수 있습니다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02 · 조회하기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11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필터로 원하는 건만 찾기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5가지 필터를 조합해 정확한 결과를 얻으세요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거래처/사업자번호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거래처명 또는 사업자번호 일부 입력 → 실시간 필터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과세구분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전체 · 과세 · 면세 · 영세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문서유형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전체 · 일반 · 수정 (수정세금계산서 분리)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317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전표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15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전체 · 미입력 · 입력완료 — GMS 입력 여부로 필터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0083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매핑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3924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전체 · 미매핑 · 매핑완료 — 매핑 등록 여부로 필터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6850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[필터 초기화] 버튼으로 한 번에 리셋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02 · 조회하기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12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목록 표 컬럼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각 컬럼이 의미하는 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선택 · 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체크박스 · 순번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매핑 · 전표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✓ 표시로 매핑/GMS 입력 여부 한눈에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작성일자 · 발행일자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세금계산서 작성/발행 날짜 · GMS 증빙일자는 작성일자 기준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6168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공급자 · 사업자번호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4573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거래처 정보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3317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유형 · 과세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715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일반/수정 · 과세/면세/영세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0083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품목(대표) · 비고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3924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첫 품목 · 비고 내용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68503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공급가액 · 세액 · 합계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069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음수(수정세금계산서)는 빨간색 표시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36168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승인번호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74573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홈택스 승인번호 · PDF 파일명에 사용됨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02 · 조회하기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13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PDF 일괄 다운로드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선택한 건을 한 번에 다운로드합니다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저장하려는 건을 체크 (또는 [전체 선택])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행을 클릭하면 토글 — 선택된 행은 파란색 배경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저장 폴더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[폴더 선택] 으로 변경 · 설정은 자동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850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[열기] 로 탐색기에서 바로 열기 가능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11480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7764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[저장(PDF)] 초록색 버튼 클릭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6168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확인 다이얼로그 → 예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4573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선택 건 수만큼 다운로드 진행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2978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건당 2~4초 소요 · 진행 상황 하단 상태바 표시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55955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2239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완료 메시지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파일명 형식: 승인번호.pdf  —  예: 20260410-42000076-y0100953.pdf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02 · 조회하기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14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엑셀 다운로드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조회된 내역을 엑셀 파일로 저장합니다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[엑셀 다운로드] 초록색 버튼 클릭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85292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1576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저장 위치 · 파일명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981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기본 파일명: 세금계산서_시작일_종료일.xlsx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2958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9242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현재 필터가 적용된 결과가 저장됨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764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필터를 사용 중이면 필터된 데이터만 저장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20624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포함 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531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작성일자 · 발행일자 · 공급자 · 사업자번호 · 유형 · 과세구분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457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품목 · 비고 · 공급가액 · 세액 · 합계금액 · 승인번호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7550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3834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금액은 숫자로 저장 (엑셀에서 합계/정렬 가능)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55955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2239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자동 필터 포함 — 엑셀에서 바로 필터링 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파일이 이미 열려있으면 저장이 실패합니다. 기존 파일을 닫고 다시 시도하세요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15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0E7FF"/>
                </a:solidFill>
                <a:latin typeface="맑은 고딕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맑은 고딕"/>
              </a:rPr>
              <a:t>매핑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거래처별 계정 · 적요 · 품목 규칙을 관리합니다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03 · 매핑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16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거래처 매핑이란?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GMS 전표 자동 입력을 위한 사전 등록 정보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거래처별로 자동 입력할 값을 미리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계정 · 코스트센터 · 적요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매핑이 없는 거래처는 GMS 자동 입력 시 자동 스킵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결과 창에 '매핑 등록 필요 목록' 으로 알려줌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계정/코스트센터는 코드 또는 명 모두 입력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GMS 에서 Enter 시 자동완성됨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6168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적요는 {월}, {년}, {일} 플레이스홀더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457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예: '{월} 유지보수료' → '4월 유지보수료'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03 · 매핑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17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매핑 등록 ·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간단한 3단계로 매핑을 관리합니다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대상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목록에서 거래처 건을 클릭 (자동 프리필)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083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또는 매핑 창의 '목록에서 선택' 드롭다운 사용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3814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0098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[거래처 매핑] 버튼 클릭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대화상자에서 값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계정 · 코스트센터 · 적요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616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빈 필드는 GMS 기본값 유지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9145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5429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[거래처+규칙 저장] 클릭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7550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3834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등록된 매핑은 하단 표에 표시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223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기존 항목 클릭 → 수정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03 · 매핑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18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품목 규칙 (고급)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같은 거래처라도 품목에 따라 다른 값 적용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같은 거래처의 매입이라도 품목에 따라 구분 필요할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예: '에이시에스' 중 '설치' → 비품, '유지보수' → 지급수수료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대화상자 중간 '품목 규칙' 섹션 사용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2958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9242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품목 포함어 입력 (드롭다운 자동완성 지원)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1363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7647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계정 · 코스트센터 · 적요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60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빈 값은 거래처 기본값 상속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59028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5312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[규칙 추가] → 즉시 저장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9743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371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기존 규칙 클릭 → 폼에 로드 → 수정 후 [규칙 수정]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35838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22122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[규칙 삭제] 로 제거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품목 규칙은 키워드 순서대로 검사됩니다. 먼저 일치한 규칙이 적용됨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19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0E7FF"/>
                </a:solidFill>
                <a:latin typeface="맑은 고딕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73152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11827"/>
                </a:solidFill>
                <a:latin typeface="맑은 고딕"/>
              </a:rPr>
              <a:t>GMS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전표 입력부터 PDF 첨부까지 전 과정 자동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04 · GMS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20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로그인과 GMS 세션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앱 시작 시 로그인이 GMS 전표 입력에도 그대로 사용됩니다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앱 시작 시 MS 로그인 = GMS 세션 동시 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별도의 GMS 로그인 불필요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세션이 유효하면 전표 입력 시 바로 진행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백그라운드 모드에서도 로그인 없이 동작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세션 만료 시 (약 수 시간 ~ 1일)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앱 재시작 또는 로그인 버튼 클릭으로 갱신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616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GMS 전표 입력 중 만료되면 브라우저가 열려 재로그인 요청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9145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5429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세션 파일: %APPDATA%\PopbillTaxInvoice\gms_state.json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3834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PC별로 저장 · 다른 PC에서는 재로그인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세션이 만료되어도 데이터 손실은 없습니다. 재로그인 후 이어서 진행됩니다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04 · GMS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21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GMS 전표 입력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체크 · 버튼 · 확인 — 3번의 클릭으로 완료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입력할 건들을 체크박스로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매핑 미등록 건은 자동 스킵됨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GMS 옵션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백그라운드 실행 · 자동 종료 체크박스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[GMS 전표 입력] 주황 버튼 클릭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20624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확인 창 — 가능 N건 / 스킵 N건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531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예 클릭 → 자동 입력 시작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4573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PDF 자동 다운로드 → GMS 자동 입력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26694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12978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완료 후 결과 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138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성공 · 실패 · 스킵 건수 · 매핑 필요 목록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04 · GMS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22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영세율 세금계산서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영세율 건은 자동으로 구분하여 처리합니다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과세구분이 '영세' 인 건 자동 감지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85292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1576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GMS TX/증빙구분을 '영세율' 로 자동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981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과세 건은 기존과 동일하게 '세금계산서' 선택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2958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9242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부가세 입력 생략 (영세율은 부가세 0원)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91363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7647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공급가액만 입력됨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2976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1605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별도 설정 불필요 — 자동 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영세율 · 과세 · 면세가 섞여 있어도 건별로 자동 구분합니다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04 · GMS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23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GMS 옵션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상황에 맞게 옵션을 조합하세요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백그라운드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체크 시 브라우저 창 없이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0837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PC 를 자유롭게 사용할 수 있음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0098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단, 최초 로그인 시에는 자동으로 창이 뜸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3075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9359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완료 후 GMS 창 자동 종료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3317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체크 시 입력 완료 후 브라우저 자동 닫힘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2432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체크 해제 시 결과 확인 · 결재 상신 가능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05409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91693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권장 조합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30098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대량 입력: 백그라운드 + 자동 종료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9359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검증 필요: 둘 다 해제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맑은 고딕"/>
              </a:rPr>
              <a:t>Section 04 · GMS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56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24 /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365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맑은 고딕"/>
              </a:rPr>
              <a:t>문제가 생기면 여기부터 확인해보세요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68880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Q. 다른 PC 에서도 사용할 수 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exe 한 파일만 복사 · 첫 실행 시 MS 로그인 1회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4553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08376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Q. 거래처 매핑은 공유되나요?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9242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각 PC 별로 저장 · vendor_mapping.json 복사로 공유 가능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22192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8503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Q. 에러가 나면 어디를 봐야 하나요?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%APPDATA%\PopbillTaxInvoice\app.log 확인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61688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Q. 수정세금계산서(음수)도 처리되나요?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457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네 · 음수 금액도 자동 입력 · 목록에 빨간색 표시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7550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38344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맑은 고딕"/>
              </a:rPr>
              <a:t>Q. 이미 입력한 전표를 또 입력하지 않나요?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223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— 매칭 검사로 이미 첨부된 행은 자동 스킵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400E"/>
                </a:solidFill>
                <a:latin typeface="맑은 고딕"/>
              </a:rPr>
              <a:t>💡  app.log 는 에러의 상세 정보가 담겨있어 문제 해결에 꼭 필요합니다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583680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629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AI 세금계산서  ·  매입 세금계산서 자동 처리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맑은 고딕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E0E7FF"/>
                </a:solidFill>
                <a:latin typeface="맑은 고딕"/>
              </a:rPr>
              <a:t>문제가 있으시면 개발자에게 문의해주세요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175504" y="4663440"/>
            <a:ext cx="1828800" cy="3657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0E7FF"/>
                </a:solidFill>
                <a:latin typeface="맑은 고딕"/>
              </a:rPr>
              <a:t>AI 세금계산서  ·  v1.3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